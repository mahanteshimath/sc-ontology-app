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nropeSemiBold-bold.fntdata"/><Relationship Id="rId12" Type="http://schemas.openxmlformats.org/officeDocument/2006/relationships/font" Target="fonts/Manrope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nrope-bold.fntdata"/><Relationship Id="rId14" Type="http://schemas.openxmlformats.org/officeDocument/2006/relationships/font" Target="fonts/Manrop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1" lang="en-GB" sz="1442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b="1" i="1" sz="1442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CoCo CLI skills are used and how they connect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Slide</a:t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